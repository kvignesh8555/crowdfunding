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66" r:id="rId4"/>
    <p:sldId id="259" r:id="rId5"/>
    <p:sldId id="260" r:id="rId6"/>
    <p:sldId id="261" r:id="rId7"/>
    <p:sldId id="262" r:id="rId8"/>
    <p:sldId id="263" r:id="rId9"/>
    <p:sldId id="278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9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gnesh reddy" userId="de746f09e0abf368" providerId="LiveId" clId="{400A7475-139D-4902-9EFB-E1DBA27E8DA5}"/>
    <pc:docChg chg="modSld">
      <pc:chgData name="vignesh reddy" userId="de746f09e0abf368" providerId="LiveId" clId="{400A7475-139D-4902-9EFB-E1DBA27E8DA5}" dt="2026-03-30T06:44:05.648" v="7" actId="1076"/>
      <pc:docMkLst>
        <pc:docMk/>
      </pc:docMkLst>
      <pc:sldChg chg="modSp mod">
        <pc:chgData name="vignesh reddy" userId="de746f09e0abf368" providerId="LiveId" clId="{400A7475-139D-4902-9EFB-E1DBA27E8DA5}" dt="2026-03-30T06:43:12.334" v="0" actId="1076"/>
        <pc:sldMkLst>
          <pc:docMk/>
          <pc:sldMk cId="1212675535" sldId="269"/>
        </pc:sldMkLst>
        <pc:picChg chg="mod">
          <ac:chgData name="vignesh reddy" userId="de746f09e0abf368" providerId="LiveId" clId="{400A7475-139D-4902-9EFB-E1DBA27E8DA5}" dt="2026-03-30T06:43:12.334" v="0" actId="1076"/>
          <ac:picMkLst>
            <pc:docMk/>
            <pc:sldMk cId="1212675535" sldId="269"/>
            <ac:picMk id="5" creationId="{2F3AB277-D374-B994-F88F-6ED0E50993C4}"/>
          </ac:picMkLst>
        </pc:picChg>
      </pc:sldChg>
      <pc:sldChg chg="modSp mod">
        <pc:chgData name="vignesh reddy" userId="de746f09e0abf368" providerId="LiveId" clId="{400A7475-139D-4902-9EFB-E1DBA27E8DA5}" dt="2026-03-30T06:44:05.648" v="7" actId="1076"/>
        <pc:sldMkLst>
          <pc:docMk/>
          <pc:sldMk cId="682431240" sldId="270"/>
        </pc:sldMkLst>
        <pc:spChg chg="mod">
          <ac:chgData name="vignesh reddy" userId="de746f09e0abf368" providerId="LiveId" clId="{400A7475-139D-4902-9EFB-E1DBA27E8DA5}" dt="2026-03-30T06:43:50.155" v="6" actId="20577"/>
          <ac:spMkLst>
            <pc:docMk/>
            <pc:sldMk cId="682431240" sldId="270"/>
            <ac:spMk id="4" creationId="{F268929B-5993-1232-CCA1-39D4FD4F613A}"/>
          </ac:spMkLst>
        </pc:spChg>
        <pc:picChg chg="mod">
          <ac:chgData name="vignesh reddy" userId="de746f09e0abf368" providerId="LiveId" clId="{400A7475-139D-4902-9EFB-E1DBA27E8DA5}" dt="2026-03-30T06:44:05.648" v="7" actId="1076"/>
          <ac:picMkLst>
            <pc:docMk/>
            <pc:sldMk cId="682431240" sldId="270"/>
            <ac:picMk id="10" creationId="{D95EA0CE-1226-935D-13B2-3A7C6B906232}"/>
          </ac:picMkLst>
        </pc:picChg>
      </pc:sldChg>
    </pc:docChg>
  </pc:docChgLst>
  <pc:docChgLst>
    <pc:chgData name="Meghana kadam" userId="4cf3186e0e3e784e" providerId="LiveId" clId="{38C40263-0AD5-428E-896A-AB39A9F144C3}"/>
    <pc:docChg chg="undo custSel addSld delSld modSld sldOrd">
      <pc:chgData name="Meghana kadam" userId="4cf3186e0e3e784e" providerId="LiveId" clId="{38C40263-0AD5-428E-896A-AB39A9F144C3}" dt="2025-08-07T04:23:46.657" v="932"/>
      <pc:docMkLst>
        <pc:docMk/>
      </pc:docMkLst>
      <pc:sldChg chg="addSp delSp modSp del mod">
        <pc:chgData name="Meghana kadam" userId="4cf3186e0e3e784e" providerId="LiveId" clId="{38C40263-0AD5-428E-896A-AB39A9F144C3}" dt="2025-08-07T04:01:14.290" v="867" actId="47"/>
        <pc:sldMkLst>
          <pc:docMk/>
          <pc:sldMk cId="2019341345" sldId="256"/>
        </pc:sldMkLst>
        <pc:spChg chg="mod">
          <ac:chgData name="Meghana kadam" userId="4cf3186e0e3e784e" providerId="LiveId" clId="{38C40263-0AD5-428E-896A-AB39A9F144C3}" dt="2025-08-06T18:38:22.691" v="847" actId="113"/>
          <ac:spMkLst>
            <pc:docMk/>
            <pc:sldMk cId="2019341345" sldId="256"/>
            <ac:spMk id="2" creationId="{36BC6311-00DE-4144-ED9D-BA9A404F52D9}"/>
          </ac:spMkLst>
        </pc:spChg>
      </pc:sldChg>
      <pc:sldChg chg="modSp del mod">
        <pc:chgData name="Meghana kadam" userId="4cf3186e0e3e784e" providerId="LiveId" clId="{38C40263-0AD5-428E-896A-AB39A9F144C3}" dt="2025-08-05T06:15:21.519" v="225" actId="47"/>
        <pc:sldMkLst>
          <pc:docMk/>
          <pc:sldMk cId="2016434630" sldId="258"/>
        </pc:sldMkLst>
      </pc:sldChg>
      <pc:sldChg chg="modSp mod">
        <pc:chgData name="Meghana kadam" userId="4cf3186e0e3e784e" providerId="LiveId" clId="{38C40263-0AD5-428E-896A-AB39A9F144C3}" dt="2025-08-06T18:38:38.584" v="850" actId="113"/>
        <pc:sldMkLst>
          <pc:docMk/>
          <pc:sldMk cId="1661284421" sldId="259"/>
        </pc:sldMkLst>
        <pc:spChg chg="mod">
          <ac:chgData name="Meghana kadam" userId="4cf3186e0e3e784e" providerId="LiveId" clId="{38C40263-0AD5-428E-896A-AB39A9F144C3}" dt="2025-08-06T18:38:38.584" v="850" actId="113"/>
          <ac:spMkLst>
            <pc:docMk/>
            <pc:sldMk cId="1661284421" sldId="259"/>
            <ac:spMk id="2" creationId="{EAAB5622-F10A-57F9-34F4-BA4E1C05A07F}"/>
          </ac:spMkLst>
        </pc:spChg>
      </pc:sldChg>
      <pc:sldChg chg="modSp mod">
        <pc:chgData name="Meghana kadam" userId="4cf3186e0e3e784e" providerId="LiveId" clId="{38C40263-0AD5-428E-896A-AB39A9F144C3}" dt="2025-08-06T18:38:44.522" v="851" actId="113"/>
        <pc:sldMkLst>
          <pc:docMk/>
          <pc:sldMk cId="4105142105" sldId="260"/>
        </pc:sldMkLst>
        <pc:spChg chg="mod">
          <ac:chgData name="Meghana kadam" userId="4cf3186e0e3e784e" providerId="LiveId" clId="{38C40263-0AD5-428E-896A-AB39A9F144C3}" dt="2025-08-06T18:38:44.522" v="851" actId="113"/>
          <ac:spMkLst>
            <pc:docMk/>
            <pc:sldMk cId="4105142105" sldId="260"/>
            <ac:spMk id="2" creationId="{EF5C7874-3BAC-CCD6-629C-BA7E2B466666}"/>
          </ac:spMkLst>
        </pc:spChg>
      </pc:sldChg>
      <pc:sldChg chg="modSp mod">
        <pc:chgData name="Meghana kadam" userId="4cf3186e0e3e784e" providerId="LiveId" clId="{38C40263-0AD5-428E-896A-AB39A9F144C3}" dt="2025-08-06T18:38:50.961" v="852" actId="113"/>
        <pc:sldMkLst>
          <pc:docMk/>
          <pc:sldMk cId="1066848464" sldId="261"/>
        </pc:sldMkLst>
        <pc:spChg chg="mod">
          <ac:chgData name="Meghana kadam" userId="4cf3186e0e3e784e" providerId="LiveId" clId="{38C40263-0AD5-428E-896A-AB39A9F144C3}" dt="2025-08-06T18:38:50.961" v="852" actId="113"/>
          <ac:spMkLst>
            <pc:docMk/>
            <pc:sldMk cId="1066848464" sldId="261"/>
            <ac:spMk id="2" creationId="{318C946D-D487-6376-8596-C1AC3EE6D2A7}"/>
          </ac:spMkLst>
        </pc:spChg>
      </pc:sldChg>
      <pc:sldChg chg="modSp mod">
        <pc:chgData name="Meghana kadam" userId="4cf3186e0e3e784e" providerId="LiveId" clId="{38C40263-0AD5-428E-896A-AB39A9F144C3}" dt="2025-08-06T18:38:57.175" v="853" actId="113"/>
        <pc:sldMkLst>
          <pc:docMk/>
          <pc:sldMk cId="3785941480" sldId="262"/>
        </pc:sldMkLst>
        <pc:spChg chg="mod">
          <ac:chgData name="Meghana kadam" userId="4cf3186e0e3e784e" providerId="LiveId" clId="{38C40263-0AD5-428E-896A-AB39A9F144C3}" dt="2025-08-06T18:38:57.175" v="853" actId="113"/>
          <ac:spMkLst>
            <pc:docMk/>
            <pc:sldMk cId="3785941480" sldId="262"/>
            <ac:spMk id="2" creationId="{457CB8A7-0ECA-7E23-2A15-B7EF96E81FE1}"/>
          </ac:spMkLst>
        </pc:spChg>
      </pc:sldChg>
      <pc:sldChg chg="modSp mod">
        <pc:chgData name="Meghana kadam" userId="4cf3186e0e3e784e" providerId="LiveId" clId="{38C40263-0AD5-428E-896A-AB39A9F144C3}" dt="2025-08-06T18:39:06.659" v="855" actId="113"/>
        <pc:sldMkLst>
          <pc:docMk/>
          <pc:sldMk cId="3448815762" sldId="263"/>
        </pc:sldMkLst>
        <pc:spChg chg="mod">
          <ac:chgData name="Meghana kadam" userId="4cf3186e0e3e784e" providerId="LiveId" clId="{38C40263-0AD5-428E-896A-AB39A9F144C3}" dt="2025-08-06T18:39:06.659" v="855" actId="113"/>
          <ac:spMkLst>
            <pc:docMk/>
            <pc:sldMk cId="3448815762" sldId="263"/>
            <ac:spMk id="2" creationId="{2D16E625-5333-7897-A975-B24D1AC5894E}"/>
          </ac:spMkLst>
        </pc:spChg>
      </pc:sldChg>
      <pc:sldChg chg="addSp delSp modSp new mod">
        <pc:chgData name="Meghana kadam" userId="4cf3186e0e3e784e" providerId="LiveId" clId="{38C40263-0AD5-428E-896A-AB39A9F144C3}" dt="2025-08-05T05:57:57.110" v="59" actId="14100"/>
        <pc:sldMkLst>
          <pc:docMk/>
          <pc:sldMk cId="1165270640" sldId="264"/>
        </pc:sldMkLst>
        <pc:spChg chg="mod">
          <ac:chgData name="Meghana kadam" userId="4cf3186e0e3e784e" providerId="LiveId" clId="{38C40263-0AD5-428E-896A-AB39A9F144C3}" dt="2025-08-05T05:57:39.972" v="54" actId="20577"/>
          <ac:spMkLst>
            <pc:docMk/>
            <pc:sldMk cId="1165270640" sldId="264"/>
            <ac:spMk id="2" creationId="{38B2FDCF-301D-69ED-A988-3F54D524A214}"/>
          </ac:spMkLst>
        </pc:spChg>
        <pc:picChg chg="add mod ord">
          <ac:chgData name="Meghana kadam" userId="4cf3186e0e3e784e" providerId="LiveId" clId="{38C40263-0AD5-428E-896A-AB39A9F144C3}" dt="2025-08-05T05:57:57.110" v="59" actId="14100"/>
          <ac:picMkLst>
            <pc:docMk/>
            <pc:sldMk cId="1165270640" sldId="264"/>
            <ac:picMk id="5" creationId="{B05AAAF4-6018-002E-23E8-286F11FED00E}"/>
          </ac:picMkLst>
        </pc:picChg>
      </pc:sldChg>
      <pc:sldChg chg="addSp delSp modSp new mod">
        <pc:chgData name="Meghana kadam" userId="4cf3186e0e3e784e" providerId="LiveId" clId="{38C40263-0AD5-428E-896A-AB39A9F144C3}" dt="2025-08-05T06:02:28.719" v="121" actId="14100"/>
        <pc:sldMkLst>
          <pc:docMk/>
          <pc:sldMk cId="1583693666" sldId="265"/>
        </pc:sldMkLst>
        <pc:spChg chg="mod">
          <ac:chgData name="Meghana kadam" userId="4cf3186e0e3e784e" providerId="LiveId" clId="{38C40263-0AD5-428E-896A-AB39A9F144C3}" dt="2025-08-05T06:00:02.099" v="114" actId="20577"/>
          <ac:spMkLst>
            <pc:docMk/>
            <pc:sldMk cId="1583693666" sldId="265"/>
            <ac:spMk id="2" creationId="{DEEFA834-D1CB-E432-8652-69253A73101C}"/>
          </ac:spMkLst>
        </pc:spChg>
        <pc:picChg chg="add mod ord">
          <ac:chgData name="Meghana kadam" userId="4cf3186e0e3e784e" providerId="LiveId" clId="{38C40263-0AD5-428E-896A-AB39A9F144C3}" dt="2025-08-05T06:02:28.719" v="121" actId="14100"/>
          <ac:picMkLst>
            <pc:docMk/>
            <pc:sldMk cId="1583693666" sldId="265"/>
            <ac:picMk id="5" creationId="{5F5B1812-C96D-7603-82A8-0E88CEA118D4}"/>
          </ac:picMkLst>
        </pc:picChg>
      </pc:sldChg>
      <pc:sldChg chg="addSp modSp new mod">
        <pc:chgData name="Meghana kadam" userId="4cf3186e0e3e784e" providerId="LiveId" clId="{38C40263-0AD5-428E-896A-AB39A9F144C3}" dt="2025-08-06T18:38:31.944" v="849" actId="113"/>
        <pc:sldMkLst>
          <pc:docMk/>
          <pc:sldMk cId="1767611058" sldId="266"/>
        </pc:sldMkLst>
        <pc:spChg chg="mod">
          <ac:chgData name="Meghana kadam" userId="4cf3186e0e3e784e" providerId="LiveId" clId="{38C40263-0AD5-428E-896A-AB39A9F144C3}" dt="2025-08-06T18:38:31.944" v="849" actId="113"/>
          <ac:spMkLst>
            <pc:docMk/>
            <pc:sldMk cId="1767611058" sldId="266"/>
            <ac:spMk id="2" creationId="{DDF2C6C7-CEBB-5E08-4BB0-82E5452D26AA}"/>
          </ac:spMkLst>
        </pc:spChg>
        <pc:spChg chg="mod">
          <ac:chgData name="Meghana kadam" userId="4cf3186e0e3e784e" providerId="LiveId" clId="{38C40263-0AD5-428E-896A-AB39A9F144C3}" dt="2025-08-05T06:12:26.808" v="178" actId="255"/>
          <ac:spMkLst>
            <pc:docMk/>
            <pc:sldMk cId="1767611058" sldId="266"/>
            <ac:spMk id="3" creationId="{1ECE817C-8A81-32E6-3608-00FEB3B3BFBC}"/>
          </ac:spMkLst>
        </pc:spChg>
        <pc:picChg chg="add mod">
          <ac:chgData name="Meghana kadam" userId="4cf3186e0e3e784e" providerId="LiveId" clId="{38C40263-0AD5-428E-896A-AB39A9F144C3}" dt="2025-08-05T06:12:34.910" v="181" actId="14100"/>
          <ac:picMkLst>
            <pc:docMk/>
            <pc:sldMk cId="1767611058" sldId="266"/>
            <ac:picMk id="5" creationId="{766130AD-E14B-5C22-1AFF-04DD487DEDDB}"/>
          </ac:picMkLst>
        </pc:picChg>
      </pc:sldChg>
      <pc:sldChg chg="modSp new del mod">
        <pc:chgData name="Meghana kadam" userId="4cf3186e0e3e784e" providerId="LiveId" clId="{38C40263-0AD5-428E-896A-AB39A9F144C3}" dt="2025-08-05T06:15:17.909" v="224" actId="47"/>
        <pc:sldMkLst>
          <pc:docMk/>
          <pc:sldMk cId="397732935" sldId="267"/>
        </pc:sldMkLst>
      </pc:sldChg>
      <pc:sldChg chg="addSp delSp modSp new mod ord">
        <pc:chgData name="Meghana kadam" userId="4cf3186e0e3e784e" providerId="LiveId" clId="{38C40263-0AD5-428E-896A-AB39A9F144C3}" dt="2025-08-07T04:23:43.413" v="930"/>
        <pc:sldMkLst>
          <pc:docMk/>
          <pc:sldMk cId="1819649105" sldId="267"/>
        </pc:sldMkLst>
        <pc:spChg chg="mod">
          <ac:chgData name="Meghana kadam" userId="4cf3186e0e3e784e" providerId="LiveId" clId="{38C40263-0AD5-428E-896A-AB39A9F144C3}" dt="2025-08-06T18:39:15.724" v="856" actId="113"/>
          <ac:spMkLst>
            <pc:docMk/>
            <pc:sldMk cId="1819649105" sldId="267"/>
            <ac:spMk id="2" creationId="{DEC8091C-4E9C-24BE-DD99-CA4ED2C05C92}"/>
          </ac:spMkLst>
        </pc:spChg>
        <pc:spChg chg="del mod">
          <ac:chgData name="Meghana kadam" userId="4cf3186e0e3e784e" providerId="LiveId" clId="{38C40263-0AD5-428E-896A-AB39A9F144C3}" dt="2025-08-06T13:25:16.203" v="347" actId="22"/>
          <ac:spMkLst>
            <pc:docMk/>
            <pc:sldMk cId="1819649105" sldId="267"/>
            <ac:spMk id="3" creationId="{38D08D86-6C40-2FAC-A676-4F3803AC71A4}"/>
          </ac:spMkLst>
        </pc:spChg>
        <pc:picChg chg="add mod ord">
          <ac:chgData name="Meghana kadam" userId="4cf3186e0e3e784e" providerId="LiveId" clId="{38C40263-0AD5-428E-896A-AB39A9F144C3}" dt="2025-08-06T13:38:38.493" v="515" actId="14100"/>
          <ac:picMkLst>
            <pc:docMk/>
            <pc:sldMk cId="1819649105" sldId="267"/>
            <ac:picMk id="5" creationId="{9B09BC6B-9EE9-1ABD-FE77-5013897F01BC}"/>
          </ac:picMkLst>
        </pc:picChg>
        <pc:picChg chg="add mod">
          <ac:chgData name="Meghana kadam" userId="4cf3186e0e3e784e" providerId="LiveId" clId="{38C40263-0AD5-428E-896A-AB39A9F144C3}" dt="2025-08-06T13:38:44.741" v="516" actId="14100"/>
          <ac:picMkLst>
            <pc:docMk/>
            <pc:sldMk cId="1819649105" sldId="267"/>
            <ac:picMk id="7" creationId="{3B0666BD-7908-DC28-1141-6FB9A1028262}"/>
          </ac:picMkLst>
        </pc:picChg>
      </pc:sldChg>
      <pc:sldChg chg="addSp delSp modSp new mod ord">
        <pc:chgData name="Meghana kadam" userId="4cf3186e0e3e784e" providerId="LiveId" clId="{38C40263-0AD5-428E-896A-AB39A9F144C3}" dt="2025-08-07T04:23:46.657" v="932"/>
        <pc:sldMkLst>
          <pc:docMk/>
          <pc:sldMk cId="784693133" sldId="268"/>
        </pc:sldMkLst>
        <pc:spChg chg="del">
          <ac:chgData name="Meghana kadam" userId="4cf3186e0e3e784e" providerId="LiveId" clId="{38C40263-0AD5-428E-896A-AB39A9F144C3}" dt="2025-08-06T13:33:43.825" v="379" actId="21"/>
          <ac:spMkLst>
            <pc:docMk/>
            <pc:sldMk cId="784693133" sldId="268"/>
            <ac:spMk id="2" creationId="{8D413CA7-3C72-006C-B20B-060655BD202E}"/>
          </ac:spMkLst>
        </pc:spChg>
        <pc:spChg chg="del mod">
          <ac:chgData name="Meghana kadam" userId="4cf3186e0e3e784e" providerId="LiveId" clId="{38C40263-0AD5-428E-896A-AB39A9F144C3}" dt="2025-08-06T13:35:00.907" v="384" actId="22"/>
          <ac:spMkLst>
            <pc:docMk/>
            <pc:sldMk cId="784693133" sldId="268"/>
            <ac:spMk id="3" creationId="{E361AE1D-B4D3-8C52-9CF1-4AE3BFE56C5D}"/>
          </ac:spMkLst>
        </pc:spChg>
        <pc:picChg chg="add mod ord">
          <ac:chgData name="Meghana kadam" userId="4cf3186e0e3e784e" providerId="LiveId" clId="{38C40263-0AD5-428E-896A-AB39A9F144C3}" dt="2025-08-06T13:39:10.494" v="520" actId="14100"/>
          <ac:picMkLst>
            <pc:docMk/>
            <pc:sldMk cId="784693133" sldId="268"/>
            <ac:picMk id="5" creationId="{B418DB50-C507-98EF-EF62-B7C0542DD4B5}"/>
          </ac:picMkLst>
        </pc:picChg>
      </pc:sldChg>
      <pc:sldChg chg="addSp delSp modSp new mod">
        <pc:chgData name="Meghana kadam" userId="4cf3186e0e3e784e" providerId="LiveId" clId="{38C40263-0AD5-428E-896A-AB39A9F144C3}" dt="2025-08-06T18:39:26.800" v="857" actId="113"/>
        <pc:sldMkLst>
          <pc:docMk/>
          <pc:sldMk cId="1212675535" sldId="269"/>
        </pc:sldMkLst>
        <pc:spChg chg="mod">
          <ac:chgData name="Meghana kadam" userId="4cf3186e0e3e784e" providerId="LiveId" clId="{38C40263-0AD5-428E-896A-AB39A9F144C3}" dt="2025-08-06T18:39:26.800" v="857" actId="113"/>
          <ac:spMkLst>
            <pc:docMk/>
            <pc:sldMk cId="1212675535" sldId="269"/>
            <ac:spMk id="2" creationId="{04886A56-A153-EA94-6B01-A1AFCFFBD572}"/>
          </ac:spMkLst>
        </pc:spChg>
        <pc:spChg chg="del mod">
          <ac:chgData name="Meghana kadam" userId="4cf3186e0e3e784e" providerId="LiveId" clId="{38C40263-0AD5-428E-896A-AB39A9F144C3}" dt="2025-08-06T13:43:24.761" v="589" actId="22"/>
          <ac:spMkLst>
            <pc:docMk/>
            <pc:sldMk cId="1212675535" sldId="269"/>
            <ac:spMk id="3" creationId="{321031D3-5F4D-4194-2B95-87604C77E239}"/>
          </ac:spMkLst>
        </pc:spChg>
        <pc:picChg chg="add mod ord">
          <ac:chgData name="Meghana kadam" userId="4cf3186e0e3e784e" providerId="LiveId" clId="{38C40263-0AD5-428E-896A-AB39A9F144C3}" dt="2025-08-06T13:46:58.399" v="602" actId="14100"/>
          <ac:picMkLst>
            <pc:docMk/>
            <pc:sldMk cId="1212675535" sldId="269"/>
            <ac:picMk id="5" creationId="{2F3AB277-D374-B994-F88F-6ED0E50993C4}"/>
          </ac:picMkLst>
        </pc:picChg>
      </pc:sldChg>
      <pc:sldChg chg="addSp delSp modSp new mod">
        <pc:chgData name="Meghana kadam" userId="4cf3186e0e3e784e" providerId="LiveId" clId="{38C40263-0AD5-428E-896A-AB39A9F144C3}" dt="2025-08-06T18:39:31.353" v="858" actId="113"/>
        <pc:sldMkLst>
          <pc:docMk/>
          <pc:sldMk cId="682431240" sldId="270"/>
        </pc:sldMkLst>
        <pc:spChg chg="del">
          <ac:chgData name="Meghana kadam" userId="4cf3186e0e3e784e" providerId="LiveId" clId="{38C40263-0AD5-428E-896A-AB39A9F144C3}" dt="2025-08-06T13:44:40.583" v="596"/>
          <ac:spMkLst>
            <pc:docMk/>
            <pc:sldMk cId="682431240" sldId="270"/>
            <ac:spMk id="2" creationId="{87BFFE37-49DA-004F-1FDE-A33D8D2F3745}"/>
          </ac:spMkLst>
        </pc:spChg>
        <pc:spChg chg="del mod">
          <ac:chgData name="Meghana kadam" userId="4cf3186e0e3e784e" providerId="LiveId" clId="{38C40263-0AD5-428E-896A-AB39A9F144C3}" dt="2025-08-06T13:50:00.947" v="685" actId="22"/>
          <ac:spMkLst>
            <pc:docMk/>
            <pc:sldMk cId="682431240" sldId="270"/>
            <ac:spMk id="3" creationId="{4562E48B-00F6-B3AE-3251-2604AB7C36EE}"/>
          </ac:spMkLst>
        </pc:spChg>
        <pc:spChg chg="add mod">
          <ac:chgData name="Meghana kadam" userId="4cf3186e0e3e784e" providerId="LiveId" clId="{38C40263-0AD5-428E-896A-AB39A9F144C3}" dt="2025-08-06T18:39:31.353" v="858" actId="113"/>
          <ac:spMkLst>
            <pc:docMk/>
            <pc:sldMk cId="682431240" sldId="270"/>
            <ac:spMk id="4" creationId="{F268929B-5993-1232-CCA1-39D4FD4F613A}"/>
          </ac:spMkLst>
        </pc:spChg>
        <pc:spChg chg="add del mod">
          <ac:chgData name="Meghana kadam" userId="4cf3186e0e3e784e" providerId="LiveId" clId="{38C40263-0AD5-428E-896A-AB39A9F144C3}" dt="2025-08-06T13:51:16.382" v="696" actId="22"/>
          <ac:spMkLst>
            <pc:docMk/>
            <pc:sldMk cId="682431240" sldId="270"/>
            <ac:spMk id="8" creationId="{9BB7EA05-E3C6-7E51-A349-1E737305FE3B}"/>
          </ac:spMkLst>
        </pc:spChg>
        <pc:picChg chg="add del mod ord">
          <ac:chgData name="Meghana kadam" userId="4cf3186e0e3e784e" providerId="LiveId" clId="{38C40263-0AD5-428E-896A-AB39A9F144C3}" dt="2025-08-06T13:50:37.064" v="690" actId="21"/>
          <ac:picMkLst>
            <pc:docMk/>
            <pc:sldMk cId="682431240" sldId="270"/>
            <ac:picMk id="6" creationId="{4BB8F65C-A12C-ED48-B33F-F1F3D9D6C55B}"/>
          </ac:picMkLst>
        </pc:picChg>
        <pc:picChg chg="add mod ord">
          <ac:chgData name="Meghana kadam" userId="4cf3186e0e3e784e" providerId="LiveId" clId="{38C40263-0AD5-428E-896A-AB39A9F144C3}" dt="2025-08-06T13:53:29.024" v="702" actId="14100"/>
          <ac:picMkLst>
            <pc:docMk/>
            <pc:sldMk cId="682431240" sldId="270"/>
            <ac:picMk id="10" creationId="{D95EA0CE-1226-935D-13B2-3A7C6B906232}"/>
          </ac:picMkLst>
        </pc:picChg>
      </pc:sldChg>
      <pc:sldChg chg="addSp delSp modSp new mod">
        <pc:chgData name="Meghana kadam" userId="4cf3186e0e3e784e" providerId="LiveId" clId="{38C40263-0AD5-428E-896A-AB39A9F144C3}" dt="2025-08-06T18:39:40.160" v="859" actId="113"/>
        <pc:sldMkLst>
          <pc:docMk/>
          <pc:sldMk cId="502573190" sldId="271"/>
        </pc:sldMkLst>
        <pc:spChg chg="mod">
          <ac:chgData name="Meghana kadam" userId="4cf3186e0e3e784e" providerId="LiveId" clId="{38C40263-0AD5-428E-896A-AB39A9F144C3}" dt="2025-08-06T18:39:40.160" v="859" actId="113"/>
          <ac:spMkLst>
            <pc:docMk/>
            <pc:sldMk cId="502573190" sldId="271"/>
            <ac:spMk id="2" creationId="{65AAA024-FF7F-77DF-5D7B-487F96C2CBB6}"/>
          </ac:spMkLst>
        </pc:spChg>
        <pc:spChg chg="del mod">
          <ac:chgData name="Meghana kadam" userId="4cf3186e0e3e784e" providerId="LiveId" clId="{38C40263-0AD5-428E-896A-AB39A9F144C3}" dt="2025-08-06T13:55:50.126" v="737" actId="22"/>
          <ac:spMkLst>
            <pc:docMk/>
            <pc:sldMk cId="502573190" sldId="271"/>
            <ac:spMk id="3" creationId="{0F7D6DB1-A7B4-9EB5-7A73-002C5FBE7521}"/>
          </ac:spMkLst>
        </pc:spChg>
        <pc:picChg chg="add mod ord">
          <ac:chgData name="Meghana kadam" userId="4cf3186e0e3e784e" providerId="LiveId" clId="{38C40263-0AD5-428E-896A-AB39A9F144C3}" dt="2025-08-06T13:55:56.159" v="739" actId="14100"/>
          <ac:picMkLst>
            <pc:docMk/>
            <pc:sldMk cId="502573190" sldId="271"/>
            <ac:picMk id="5" creationId="{61666885-2BEA-EC35-E6C2-E90C20C3F757}"/>
          </ac:picMkLst>
        </pc:picChg>
      </pc:sldChg>
      <pc:sldChg chg="modSp new del mod">
        <pc:chgData name="Meghana kadam" userId="4cf3186e0e3e784e" providerId="LiveId" clId="{38C40263-0AD5-428E-896A-AB39A9F144C3}" dt="2025-08-07T04:01:36.862" v="868" actId="47"/>
        <pc:sldMkLst>
          <pc:docMk/>
          <pc:sldMk cId="3399668904" sldId="272"/>
        </pc:sldMkLst>
        <pc:spChg chg="mod">
          <ac:chgData name="Meghana kadam" userId="4cf3186e0e3e784e" providerId="LiveId" clId="{38C40263-0AD5-428E-896A-AB39A9F144C3}" dt="2025-08-06T18:38:27.428" v="848" actId="113"/>
          <ac:spMkLst>
            <pc:docMk/>
            <pc:sldMk cId="3399668904" sldId="272"/>
            <ac:spMk id="2" creationId="{683D3F11-66BA-82B5-8845-5C8FBAF8B869}"/>
          </ac:spMkLst>
        </pc:spChg>
        <pc:spChg chg="mod">
          <ac:chgData name="Meghana kadam" userId="4cf3186e0e3e784e" providerId="LiveId" clId="{38C40263-0AD5-428E-896A-AB39A9F144C3}" dt="2025-08-06T18:36:15.992" v="812" actId="20577"/>
          <ac:spMkLst>
            <pc:docMk/>
            <pc:sldMk cId="3399668904" sldId="272"/>
            <ac:spMk id="3" creationId="{26BEC950-1D2F-6F8D-C4CA-4C6F3019DE79}"/>
          </ac:spMkLst>
        </pc:spChg>
      </pc:sldChg>
      <pc:sldChg chg="addSp delSp modSp new del mod">
        <pc:chgData name="Meghana kadam" userId="4cf3186e0e3e784e" providerId="LiveId" clId="{38C40263-0AD5-428E-896A-AB39A9F144C3}" dt="2025-08-07T04:02:28.564" v="872" actId="47"/>
        <pc:sldMkLst>
          <pc:docMk/>
          <pc:sldMk cId="2829858267" sldId="273"/>
        </pc:sldMkLst>
        <pc:spChg chg="del">
          <ac:chgData name="Meghana kadam" userId="4cf3186e0e3e784e" providerId="LiveId" clId="{38C40263-0AD5-428E-896A-AB39A9F144C3}" dt="2025-08-06T18:31:23.828" v="761"/>
          <ac:spMkLst>
            <pc:docMk/>
            <pc:sldMk cId="2829858267" sldId="273"/>
            <ac:spMk id="2" creationId="{0B2CA1A6-3AE9-9B0F-865C-BCC84B1093F2}"/>
          </ac:spMkLst>
        </pc:spChg>
        <pc:spChg chg="del mod">
          <ac:chgData name="Meghana kadam" userId="4cf3186e0e3e784e" providerId="LiveId" clId="{38C40263-0AD5-428E-896A-AB39A9F144C3}" dt="2025-08-06T18:32:22.579" v="775" actId="931"/>
          <ac:spMkLst>
            <pc:docMk/>
            <pc:sldMk cId="2829858267" sldId="273"/>
            <ac:spMk id="3" creationId="{BBD534D4-F1F3-B837-16E4-8D74CB0C11BC}"/>
          </ac:spMkLst>
        </pc:spChg>
        <pc:spChg chg="add mod">
          <ac:chgData name="Meghana kadam" userId="4cf3186e0e3e784e" providerId="LiveId" clId="{38C40263-0AD5-428E-896A-AB39A9F144C3}" dt="2025-08-06T18:39:02.260" v="854" actId="113"/>
          <ac:spMkLst>
            <pc:docMk/>
            <pc:sldMk cId="2829858267" sldId="273"/>
            <ac:spMk id="4" creationId="{F23C0000-A157-ECC6-403D-C07E1EF57B90}"/>
          </ac:spMkLst>
        </pc:spChg>
        <pc:picChg chg="add mod">
          <ac:chgData name="Meghana kadam" userId="4cf3186e0e3e784e" providerId="LiveId" clId="{38C40263-0AD5-428E-896A-AB39A9F144C3}" dt="2025-08-06T18:32:28.277" v="777" actId="14100"/>
          <ac:picMkLst>
            <pc:docMk/>
            <pc:sldMk cId="2829858267" sldId="273"/>
            <ac:picMk id="6" creationId="{C6E91978-1951-A149-AA43-821BEEC5971E}"/>
          </ac:picMkLst>
        </pc:picChg>
      </pc:sldChg>
      <pc:sldChg chg="delSp modSp new mod">
        <pc:chgData name="Meghana kadam" userId="4cf3186e0e3e784e" providerId="LiveId" clId="{38C40263-0AD5-428E-896A-AB39A9F144C3}" dt="2025-08-07T04:19:53.944" v="919" actId="255"/>
        <pc:sldMkLst>
          <pc:docMk/>
          <pc:sldMk cId="1931749179" sldId="274"/>
        </pc:sldMkLst>
        <pc:spChg chg="del">
          <ac:chgData name="Meghana kadam" userId="4cf3186e0e3e784e" providerId="LiveId" clId="{38C40263-0AD5-428E-896A-AB39A9F144C3}" dt="2025-08-06T18:36:55.026" v="824" actId="21"/>
          <ac:spMkLst>
            <pc:docMk/>
            <pc:sldMk cId="1931749179" sldId="274"/>
            <ac:spMk id="2" creationId="{44E306F9-FAC1-7FE2-4281-200D263F92A7}"/>
          </ac:spMkLst>
        </pc:spChg>
        <pc:spChg chg="mod">
          <ac:chgData name="Meghana kadam" userId="4cf3186e0e3e784e" providerId="LiveId" clId="{38C40263-0AD5-428E-896A-AB39A9F144C3}" dt="2025-08-07T04:19:53.944" v="919" actId="255"/>
          <ac:spMkLst>
            <pc:docMk/>
            <pc:sldMk cId="1931749179" sldId="274"/>
            <ac:spMk id="3" creationId="{29275797-F35C-0058-26B6-0291CBBF81FB}"/>
          </ac:spMkLst>
        </pc:spChg>
      </pc:sldChg>
      <pc:sldChg chg="new del">
        <pc:chgData name="Meghana kadam" userId="4cf3186e0e3e784e" providerId="LiveId" clId="{38C40263-0AD5-428E-896A-AB39A9F144C3}" dt="2025-08-07T04:01:11.005" v="866" actId="47"/>
        <pc:sldMkLst>
          <pc:docMk/>
          <pc:sldMk cId="2310851707" sldId="275"/>
        </pc:sldMkLst>
      </pc:sldChg>
      <pc:sldChg chg="addSp modSp new mod">
        <pc:chgData name="Meghana kadam" userId="4cf3186e0e3e784e" providerId="LiveId" clId="{38C40263-0AD5-428E-896A-AB39A9F144C3}" dt="2025-08-07T04:06:10.702" v="878" actId="14100"/>
        <pc:sldMkLst>
          <pc:docMk/>
          <pc:sldMk cId="3352113117" sldId="276"/>
        </pc:sldMkLst>
        <pc:spChg chg="add mod">
          <ac:chgData name="Meghana kadam" userId="4cf3186e0e3e784e" providerId="LiveId" clId="{38C40263-0AD5-428E-896A-AB39A9F144C3}" dt="2025-08-07T04:06:10.702" v="878" actId="14100"/>
          <ac:spMkLst>
            <pc:docMk/>
            <pc:sldMk cId="3352113117" sldId="276"/>
            <ac:spMk id="2" creationId="{28EE36FE-215A-075A-9470-DC739E9BC12B}"/>
          </ac:spMkLst>
        </pc:spChg>
      </pc:sldChg>
      <pc:sldChg chg="addSp modSp new mod">
        <pc:chgData name="Meghana kadam" userId="4cf3186e0e3e784e" providerId="LiveId" clId="{38C40263-0AD5-428E-896A-AB39A9F144C3}" dt="2025-08-07T04:01:47.619" v="871" actId="1076"/>
        <pc:sldMkLst>
          <pc:docMk/>
          <pc:sldMk cId="954719123" sldId="277"/>
        </pc:sldMkLst>
        <pc:spChg chg="add mod">
          <ac:chgData name="Meghana kadam" userId="4cf3186e0e3e784e" providerId="LiveId" clId="{38C40263-0AD5-428E-896A-AB39A9F144C3}" dt="2025-08-07T04:01:47.619" v="871" actId="1076"/>
          <ac:spMkLst>
            <pc:docMk/>
            <pc:sldMk cId="954719123" sldId="277"/>
            <ac:spMk id="2" creationId="{47BF5011-12E8-1AC3-02F1-28A2BF4615FA}"/>
          </ac:spMkLst>
        </pc:spChg>
      </pc:sldChg>
      <pc:sldChg chg="addSp modSp new mod">
        <pc:chgData name="Meghana kadam" userId="4cf3186e0e3e784e" providerId="LiveId" clId="{38C40263-0AD5-428E-896A-AB39A9F144C3}" dt="2025-08-07T04:03:55.931" v="876" actId="14100"/>
        <pc:sldMkLst>
          <pc:docMk/>
          <pc:sldMk cId="1509904274" sldId="278"/>
        </pc:sldMkLst>
        <pc:spChg chg="add mod">
          <ac:chgData name="Meghana kadam" userId="4cf3186e0e3e784e" providerId="LiveId" clId="{38C40263-0AD5-428E-896A-AB39A9F144C3}" dt="2025-08-07T04:03:55.931" v="876" actId="14100"/>
          <ac:spMkLst>
            <pc:docMk/>
            <pc:sldMk cId="1509904274" sldId="278"/>
            <ac:spMk id="3" creationId="{8D531B48-8E79-A0C7-6054-BFE4E44392ED}"/>
          </ac:spMkLst>
        </pc:spChg>
        <pc:picChg chg="add mod">
          <ac:chgData name="Meghana kadam" userId="4cf3186e0e3e784e" providerId="LiveId" clId="{38C40263-0AD5-428E-896A-AB39A9F144C3}" dt="2025-08-07T04:03:31.111" v="874"/>
          <ac:picMkLst>
            <pc:docMk/>
            <pc:sldMk cId="1509904274" sldId="278"/>
            <ac:picMk id="2" creationId="{8D780AA3-DB13-3466-4C5E-1B9E06040929}"/>
          </ac:picMkLst>
        </pc:picChg>
      </pc:sldChg>
      <pc:sldChg chg="addSp delSp modSp new mod">
        <pc:chgData name="Meghana kadam" userId="4cf3186e0e3e784e" providerId="LiveId" clId="{38C40263-0AD5-428E-896A-AB39A9F144C3}" dt="2025-08-07T04:22:51.535" v="922" actId="20577"/>
        <pc:sldMkLst>
          <pc:docMk/>
          <pc:sldMk cId="2823281191" sldId="279"/>
        </pc:sldMkLst>
        <pc:spChg chg="mod">
          <ac:chgData name="Meghana kadam" userId="4cf3186e0e3e784e" providerId="LiveId" clId="{38C40263-0AD5-428E-896A-AB39A9F144C3}" dt="2025-08-07T04:22:51.535" v="922" actId="20577"/>
          <ac:spMkLst>
            <pc:docMk/>
            <pc:sldMk cId="2823281191" sldId="279"/>
            <ac:spMk id="2" creationId="{C33F82C8-E920-9B7E-BE25-844FF651959C}"/>
          </ac:spMkLst>
        </pc:spChg>
        <pc:spChg chg="mod">
          <ac:chgData name="Meghana kadam" userId="4cf3186e0e3e784e" providerId="LiveId" clId="{38C40263-0AD5-428E-896A-AB39A9F144C3}" dt="2025-08-07T04:19:30.887" v="917" actId="5793"/>
          <ac:spMkLst>
            <pc:docMk/>
            <pc:sldMk cId="2823281191" sldId="279"/>
            <ac:spMk id="3" creationId="{D883AC59-0CB0-1106-6F7A-6C5BA155A3C5}"/>
          </ac:spMkLst>
        </pc:spChg>
        <pc:graphicFrameChg chg="add mod">
          <ac:chgData name="Meghana kadam" userId="4cf3186e0e3e784e" providerId="LiveId" clId="{38C40263-0AD5-428E-896A-AB39A9F144C3}" dt="2025-08-07T04:17:06.333" v="905"/>
          <ac:graphicFrameMkLst>
            <pc:docMk/>
            <pc:sldMk cId="2823281191" sldId="279"/>
            <ac:graphicFrameMk id="4" creationId="{F76B3DB3-E3DA-989F-F668-D3AF470434C8}"/>
          </ac:graphicFrameMkLst>
        </pc:graphicFrameChg>
        <pc:graphicFrameChg chg="add mod">
          <ac:chgData name="Meghana kadam" userId="4cf3186e0e3e784e" providerId="LiveId" clId="{38C40263-0AD5-428E-896A-AB39A9F144C3}" dt="2025-08-07T04:17:06.333" v="905"/>
          <ac:graphicFrameMkLst>
            <pc:docMk/>
            <pc:sldMk cId="2823281191" sldId="279"/>
            <ac:graphicFrameMk id="5" creationId="{C7D2E63C-DA25-3823-3609-03CED689E791}"/>
          </ac:graphicFrameMkLst>
        </pc:graphicFrameChg>
        <pc:graphicFrameChg chg="add del modGraphic">
          <ac:chgData name="Meghana kadam" userId="4cf3186e0e3e784e" providerId="LiveId" clId="{38C40263-0AD5-428E-896A-AB39A9F144C3}" dt="2025-08-07T04:22:47.568" v="921" actId="27309"/>
          <ac:graphicFrameMkLst>
            <pc:docMk/>
            <pc:sldMk cId="2823281191" sldId="279"/>
            <ac:graphicFrameMk id="7" creationId="{D1266A41-92DD-887A-F59A-EB1753BB3B89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cf3186e0e3e784e/Desktop/Project_Crowd_funding/Data%20mod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cf3186e0e3e784e/Desktop/Project_Crowd_funding/Data%20mode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cf3186e0e3e784e/Desktop/Project_Crowd_funding/Data%20mode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model.xlsx]Pivot table!total no.of projects by outcome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200"/>
              <a:t>Total no.of projects based on outcome </a:t>
            </a:r>
          </a:p>
        </c:rich>
      </c:tx>
      <c:layout>
        <c:manualLayout>
          <c:xMode val="edge"/>
          <c:yMode val="edge"/>
          <c:x val="3.6471342268887083E-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  <c:dLbl>
          <c:idx val="0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</c:pivotFmt>
      <c:pivotFmt>
        <c:idx val="9"/>
      </c:pivotFmt>
      <c:pivotFmt>
        <c:idx val="10"/>
      </c:pivotFmt>
      <c:pivotFmt>
        <c:idx val="11"/>
      </c:pivotFmt>
      <c:pivotFmt>
        <c:idx val="12"/>
      </c:pivotFmt>
      <c:pivotFmt>
        <c:idx val="13"/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'Pivot table'!$D$10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B500-4670-9FBB-1428A175364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B500-4670-9FBB-1428A1753649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B500-4670-9FBB-1428A1753649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B500-4670-9FBB-1428A1753649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B500-4670-9FBB-1428A1753649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B500-4670-9FBB-1428A175364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table'!$C$11:$C$17</c:f>
              <c:strCache>
                <c:ptCount val="6"/>
                <c:pt idx="0">
                  <c:v>canceled</c:v>
                </c:pt>
                <c:pt idx="1">
                  <c:v>failed</c:v>
                </c:pt>
                <c:pt idx="2">
                  <c:v>live</c:v>
                </c:pt>
                <c:pt idx="3">
                  <c:v>purged</c:v>
                </c:pt>
                <c:pt idx="4">
                  <c:v>successful</c:v>
                </c:pt>
                <c:pt idx="5">
                  <c:v>suspended</c:v>
                </c:pt>
              </c:strCache>
            </c:strRef>
          </c:cat>
          <c:val>
            <c:numRef>
              <c:f>'Pivot table'!$D$11:$D$17</c:f>
              <c:numCache>
                <c:formatCode>General</c:formatCode>
                <c:ptCount val="6"/>
                <c:pt idx="0">
                  <c:v>32498</c:v>
                </c:pt>
                <c:pt idx="1">
                  <c:v>188239</c:v>
                </c:pt>
                <c:pt idx="2">
                  <c:v>3163</c:v>
                </c:pt>
                <c:pt idx="3">
                  <c:v>178</c:v>
                </c:pt>
                <c:pt idx="4">
                  <c:v>140313</c:v>
                </c:pt>
                <c:pt idx="5">
                  <c:v>1501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500-4670-9FBB-1428A1753649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model.xlsx]Pivot table!total no.of projects by location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200"/>
              <a:t>Total no.of projects based on location</a:t>
            </a:r>
          </a:p>
        </c:rich>
      </c:tx>
      <c:layout>
        <c:manualLayout>
          <c:xMode val="edge"/>
          <c:yMode val="edge"/>
          <c:x val="0.17413794519085765"/>
          <c:y val="3.93750019377461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table'!$G$2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'Pivot table'!$F$3:$F$13</c:f>
              <c:strCache>
                <c:ptCount val="10"/>
                <c:pt idx="0">
                  <c:v>US</c:v>
                </c:pt>
                <c:pt idx="1">
                  <c:v>GB</c:v>
                </c:pt>
                <c:pt idx="2">
                  <c:v>CA</c:v>
                </c:pt>
                <c:pt idx="3">
                  <c:v>AU</c:v>
                </c:pt>
                <c:pt idx="4">
                  <c:v>DE</c:v>
                </c:pt>
                <c:pt idx="5">
                  <c:v>FR</c:v>
                </c:pt>
                <c:pt idx="6">
                  <c:v>IT</c:v>
                </c:pt>
                <c:pt idx="7">
                  <c:v>NL</c:v>
                </c:pt>
                <c:pt idx="8">
                  <c:v>ES</c:v>
                </c:pt>
                <c:pt idx="9">
                  <c:v>MX</c:v>
                </c:pt>
              </c:strCache>
            </c:strRef>
          </c:cat>
          <c:val>
            <c:numRef>
              <c:f>'Pivot table'!$G$3:$G$13</c:f>
              <c:numCache>
                <c:formatCode>General</c:formatCode>
                <c:ptCount val="10"/>
                <c:pt idx="0">
                  <c:v>278524</c:v>
                </c:pt>
                <c:pt idx="1">
                  <c:v>34074</c:v>
                </c:pt>
                <c:pt idx="2">
                  <c:v>14774</c:v>
                </c:pt>
                <c:pt idx="3">
                  <c:v>7757</c:v>
                </c:pt>
                <c:pt idx="4">
                  <c:v>4714</c:v>
                </c:pt>
                <c:pt idx="5">
                  <c:v>3532</c:v>
                </c:pt>
                <c:pt idx="6">
                  <c:v>3374</c:v>
                </c:pt>
                <c:pt idx="7">
                  <c:v>2836</c:v>
                </c:pt>
                <c:pt idx="8">
                  <c:v>2737</c:v>
                </c:pt>
                <c:pt idx="9">
                  <c:v>2677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AF-42BD-B4D5-EFCCE90569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526465856"/>
        <c:axId val="1526470016"/>
      </c:barChart>
      <c:catAx>
        <c:axId val="1526465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6470016"/>
        <c:crosses val="autoZero"/>
        <c:auto val="1"/>
        <c:lblAlgn val="ctr"/>
        <c:lblOffset val="100"/>
        <c:noMultiLvlLbl val="0"/>
      </c:catAx>
      <c:valAx>
        <c:axId val="1526470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6465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 model.xlsx]Pivot table!total no.of projects by (y,m,q)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200"/>
              <a:t>Total no.of projects based on (Y,M,Q)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table'!$G$16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table'!$F$17:$F$28</c:f>
              <c:strCach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2009</c:v>
                </c:pt>
                <c:pt idx="10">
                  <c:v>2019</c:v>
                </c:pt>
              </c:strCache>
            </c:strRef>
          </c:cat>
          <c:val>
            <c:numRef>
              <c:f>'Pivot table'!$G$17:$G$28</c:f>
              <c:numCache>
                <c:formatCode>General</c:formatCode>
                <c:ptCount val="11"/>
                <c:pt idx="0">
                  <c:v>9835</c:v>
                </c:pt>
                <c:pt idx="1">
                  <c:v>24359</c:v>
                </c:pt>
                <c:pt idx="2">
                  <c:v>39216</c:v>
                </c:pt>
                <c:pt idx="3">
                  <c:v>41556</c:v>
                </c:pt>
                <c:pt idx="4">
                  <c:v>59155</c:v>
                </c:pt>
                <c:pt idx="5">
                  <c:v>58104</c:v>
                </c:pt>
                <c:pt idx="6">
                  <c:v>46158</c:v>
                </c:pt>
                <c:pt idx="7">
                  <c:v>47270</c:v>
                </c:pt>
                <c:pt idx="8">
                  <c:v>37410</c:v>
                </c:pt>
                <c:pt idx="9">
                  <c:v>1310</c:v>
                </c:pt>
                <c:pt idx="10">
                  <c:v>1519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86-4F43-89BA-D0AB35282A0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37191776"/>
        <c:axId val="437194272"/>
      </c:lineChart>
      <c:catAx>
        <c:axId val="437191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7194272"/>
        <c:crosses val="autoZero"/>
        <c:auto val="1"/>
        <c:lblAlgn val="ctr"/>
        <c:lblOffset val="100"/>
        <c:noMultiLvlLbl val="0"/>
      </c:catAx>
      <c:valAx>
        <c:axId val="437194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7191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7DF4E-1C96-47EE-1AFA-0712ECF68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D9900-FB9E-81E3-0772-76F66E44E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B128D-3AD8-5AE0-0121-A78748A22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FFF4C-C194-4E6C-BEEF-31F47A8D872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965AD-6205-AAB6-4585-23DB1AB8D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93C06-7A2F-B98F-711D-A36C1EA2E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71D8-463A-41F8-9151-2C19F0BD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44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E96BC-DF22-2037-1011-93A3E492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C266A-4128-117C-FE2D-7E8D37763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5718E-116E-C97E-5C3A-FD154B83B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FFF4C-C194-4E6C-BEEF-31F47A8D872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FFDC3-0E01-37B8-C2C5-7C2554769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13E7F-FB9C-4837-CF29-B85A0FEF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71D8-463A-41F8-9151-2C19F0BD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76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32C15-5948-85CA-BCBD-AA21E2D6A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AE9CF-81B0-F4A0-86A2-E6357560A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834B9-9EBF-C32F-9508-28B919EA7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FFF4C-C194-4E6C-BEEF-31F47A8D872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793E5-BAE3-6C0E-2D49-977C0D579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680C-AC8D-E628-0D5C-5FF025C82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71D8-463A-41F8-9151-2C19F0BD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091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751EB-8A5A-F2F2-D5C4-95407F8AD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562A3-7049-F856-2FED-EBC0FB6A8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E23C1-60DB-3BBD-27BA-E647AA359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3E0D9-6912-5A76-668A-42C1855C6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FFF4C-C194-4E6C-BEEF-31F47A8D872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C40BB-F0B9-4DF0-DFCB-704C4347A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E3974-828D-35D0-329F-E5C89E8A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71D8-463A-41F8-9151-2C19F0BD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201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218DD-73EB-0024-4D9E-CC53BBB73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2A9EB-4148-5199-B55D-EB50F621C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A81B9-023B-ED70-3A4C-1ECCBAC218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4285BC-B9C6-15AD-2226-2D991EA8D6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26CE2C-4A8E-6CEC-290A-DF100D3EC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DAD7D6-DEF3-FDEE-2CBA-72EA58831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FFF4C-C194-4E6C-BEEF-31F47A8D872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D17880-B41F-D655-8C09-6D98E4234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9E506D-E3F0-E7AC-6A51-3CA90535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71D8-463A-41F8-9151-2C19F0BD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951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8253D-AA24-43F9-A6D8-6F36345D2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D466D-1814-8DD7-32B5-8BBAF936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FFF4C-C194-4E6C-BEEF-31F47A8D872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60039C-40A9-B9E0-9534-91320FDC9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067E2-3ED8-6B1A-EB86-39D760CA5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71D8-463A-41F8-9151-2C19F0BD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596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54D52-F553-3BC2-98D2-11B1BFA76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FFF4C-C194-4E6C-BEEF-31F47A8D872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D97AB4-83EE-58EA-1E8E-67BAFD1C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CFD89-85EF-2ED7-5FEB-AC4337F71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71D8-463A-41F8-9151-2C19F0BD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059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D79E0-FD44-C2CE-B36B-8ECC16371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1BA93-57AA-7E40-3317-9F927FEE1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493CD-4D04-0F06-7A0B-D96006B64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DD4AD-4B26-CEAB-3CC7-72A1A9558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FFF4C-C194-4E6C-BEEF-31F47A8D872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1800A-27A0-F823-B2AA-B9644C484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DCBCE-25B9-AC92-EA14-587EF7E25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71D8-463A-41F8-9151-2C19F0BD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21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49248-EEE6-59EE-5F3C-2D772976F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E29DB9-F4B1-E59C-0A8A-9ECB06F042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72B47-D5F8-E02B-9F9F-165593ED6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5A216D-CB24-86E6-8C5F-60DF2A4B4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FFF4C-C194-4E6C-BEEF-31F47A8D872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DF5B66-71FE-9027-B44C-15E72D88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CF7E6-2B4E-E63C-0595-493318F5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71D8-463A-41F8-9151-2C19F0BD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61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ED287-CAEC-AAD7-5BB3-D4B18F072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F03AF-D2D5-6253-09A4-2BBCB4F7C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0553D-8DA6-C8FC-D346-A2C0B988F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FFF4C-C194-4E6C-BEEF-31F47A8D872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3D0E4-B0A0-9D59-35D1-9BE3F4A66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B6E30-7949-0A35-02AC-754979FE9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71D8-463A-41F8-9151-2C19F0BD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698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F23C48-5E3D-9E13-DDF3-06D4DAE108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BB9BF-6A33-FB58-3F97-B1A66E99E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2FD08-7576-5272-EB6F-B53C75FCC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FFF4C-C194-4E6C-BEEF-31F47A8D872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7821E-CB29-90FA-22A1-043B52BA1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9D581-3625-1E5F-A25B-8598E5BFE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871D8-463A-41F8-9151-2C19F0BD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738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1DE218-1A0D-BF56-8AB2-4E5804437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55589-2253-D1F4-CE40-7D3B19C8F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E5527-DE03-4974-61EE-5AF89660F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FFF4C-C194-4E6C-BEEF-31F47A8D872C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7F4EE-4AA6-5139-C6E6-CCF6B96C1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74924-F154-7D91-0E59-04CA53310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871D8-463A-41F8-9151-2C19F0BDD9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441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terms/c/crowdfunding.asp" TargetMode="External"/><Relationship Id="rId7" Type="http://schemas.openxmlformats.org/officeDocument/2006/relationships/hyperlink" Target="https://github.com/search?q=crowdfunding+dashboard" TargetMode="External"/><Relationship Id="rId2" Type="http://schemas.openxmlformats.org/officeDocument/2006/relationships/hyperlink" Target="https://en.wikipedia.org/wiki/Crowdfunding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mmunity.powerbi.com/t5/Data-Stories-Gallery/bd-p/DataStoriesGallery" TargetMode="External"/><Relationship Id="rId5" Type="http://schemas.openxmlformats.org/officeDocument/2006/relationships/hyperlink" Target="https://learn.microsoft.com/en-us/training/powerplatform/power-bi/" TargetMode="External"/><Relationship Id="rId4" Type="http://schemas.openxmlformats.org/officeDocument/2006/relationships/hyperlink" Target="https://mode.com/sql-tutorial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E36FE-215A-075A-9470-DC739E9BC12B}"/>
              </a:ext>
            </a:extLst>
          </p:cNvPr>
          <p:cNvSpPr txBox="1">
            <a:spLocks/>
          </p:cNvSpPr>
          <p:nvPr/>
        </p:nvSpPr>
        <p:spPr>
          <a:xfrm>
            <a:off x="1195387" y="589934"/>
            <a:ext cx="9801225" cy="57322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57150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br>
              <a:rPr lang="en-IN" sz="9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br>
              <a:rPr lang="en-IN" sz="9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br>
              <a:rPr lang="en-IN" sz="9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IN" sz="73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CROWDFUNDING PROJECT</a:t>
            </a:r>
            <a:br>
              <a:rPr lang="en-IN" sz="73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IN" sz="73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(Group-4)</a:t>
            </a:r>
            <a:br>
              <a:rPr lang="en-IN" sz="73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b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br>
              <a:rPr lang="en-IN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endParaRPr lang="en-IN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52113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BF5011-12E8-1AC3-02F1-28A2BF4615FA}"/>
              </a:ext>
            </a:extLst>
          </p:cNvPr>
          <p:cNvSpPr txBox="1"/>
          <p:nvPr/>
        </p:nvSpPr>
        <p:spPr>
          <a:xfrm>
            <a:off x="1266825" y="908536"/>
            <a:ext cx="9658350" cy="4392000"/>
          </a:xfrm>
          <a:prstGeom prst="rect">
            <a:avLst/>
          </a:prstGeom>
          <a:ln w="5715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Names of Participants :</a:t>
            </a:r>
          </a:p>
          <a:p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 K. Vigneshwar Reddy</a:t>
            </a:r>
          </a:p>
          <a:p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2. Jyotsna Nagvekar</a:t>
            </a:r>
          </a:p>
          <a:p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 Tushar Kadam</a:t>
            </a:r>
          </a:p>
          <a:p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4. Chilamkuri Suprajitha Reddy </a:t>
            </a:r>
          </a:p>
          <a:p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5. Sachin Nare</a:t>
            </a:r>
            <a:endParaRPr lang="en-IN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IN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6. Ande Usha Sree</a:t>
            </a:r>
            <a:endParaRPr 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4719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2C6C7-CEBB-5E08-4BB0-82E5452D2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324"/>
            <a:ext cx="12192000" cy="1032386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What is Crowdfunding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E817C-8A81-32E6-3608-00FEB3B3B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" y="1130710"/>
            <a:ext cx="12113342" cy="5628965"/>
          </a:xfrm>
        </p:spPr>
        <p:txBody>
          <a:bodyPr/>
          <a:lstStyle/>
          <a:p>
            <a:r>
              <a:rPr lang="en-US" sz="2000" dirty="0"/>
              <a:t>Crowdfunding is the practice of funding a project or venture by raising small amounts of money from a large number of people, typically via the Internet. </a:t>
            </a:r>
          </a:p>
          <a:p>
            <a:r>
              <a:rPr lang="en-US" sz="2000" dirty="0"/>
              <a:t>Crowdfunding is a form of crowdsourcing and alternative finance. In 2015, over US$34 billion was raised worldwide by crowdfunding.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6130AD-E14B-5C22-1AFF-04DD487DE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16" y="2536723"/>
            <a:ext cx="9812594" cy="413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11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B5622-F10A-57F9-34F4-BA4E1C05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Tools And Technologies: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61B59-C3BD-93F8-AB66-98C33D64E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67717"/>
          </a:xfrm>
        </p:spPr>
        <p:txBody>
          <a:bodyPr/>
          <a:lstStyle/>
          <a:p>
            <a:r>
              <a:rPr lang="en-IN" dirty="0"/>
              <a:t>Microsoft Excel</a:t>
            </a:r>
          </a:p>
          <a:p>
            <a:r>
              <a:rPr lang="en-IN" dirty="0"/>
              <a:t>Power BI</a:t>
            </a:r>
          </a:p>
          <a:p>
            <a:r>
              <a:rPr lang="en-IN" dirty="0"/>
              <a:t>Tableau</a:t>
            </a:r>
          </a:p>
          <a:p>
            <a:r>
              <a:rPr lang="en-IN" dirty="0"/>
              <a:t>MySQL</a:t>
            </a:r>
          </a:p>
        </p:txBody>
      </p:sp>
    </p:spTree>
    <p:extLst>
      <p:ext uri="{BB962C8B-B14F-4D97-AF65-F5344CB8AC3E}">
        <p14:creationId xmlns:p14="http://schemas.microsoft.com/office/powerpoint/2010/main" val="1661284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C7874-3BAC-CCD6-629C-BA7E2B466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8660"/>
            <a:ext cx="12192000" cy="69808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b="1" dirty="0"/>
              <a:t>Crowdfunding Data Analysis in Excel</a:t>
            </a:r>
            <a:r>
              <a:rPr lang="en-IN" sz="3600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5708A-3538-6912-FA47-F8476E3F5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776749"/>
            <a:ext cx="12044515" cy="600259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Data Cleaning &amp; Transformation:</a:t>
            </a:r>
          </a:p>
          <a:p>
            <a:r>
              <a:rPr lang="en-US" sz="1600" dirty="0"/>
              <a:t>Processed raw data by converting date fields into a readable/natural time format.</a:t>
            </a:r>
          </a:p>
          <a:p>
            <a:r>
              <a:rPr lang="en-US" sz="1600" dirty="0"/>
              <a:t>Standardized financial data by converting goal amounts to USD for accurate comparison and analysis.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Data Modeling:</a:t>
            </a:r>
          </a:p>
          <a:p>
            <a:r>
              <a:rPr lang="en-US" sz="1600" dirty="0"/>
              <a:t>Built a robust data model using Power Pivot.</a:t>
            </a:r>
          </a:p>
          <a:p>
            <a:r>
              <a:rPr lang="en-US" sz="1600" dirty="0"/>
              <a:t>Created a Calendar table to support time-based analysis and enable period filtering.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KPI Development:</a:t>
            </a:r>
          </a:p>
          <a:p>
            <a:r>
              <a:rPr lang="en-US" sz="1600" dirty="0"/>
              <a:t>Designed key performance indicators (KPIs) including:</a:t>
            </a:r>
          </a:p>
          <a:p>
            <a:r>
              <a:rPr lang="en-US" sz="1600" dirty="0"/>
              <a:t>Projects Overview</a:t>
            </a:r>
          </a:p>
          <a:p>
            <a:r>
              <a:rPr lang="en-US" sz="1600" dirty="0"/>
              <a:t>Successful Projects</a:t>
            </a:r>
          </a:p>
          <a:p>
            <a:r>
              <a:rPr lang="en-US" sz="1600" dirty="0"/>
              <a:t>Top Successful Projects by Category or Country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Visualization:</a:t>
            </a:r>
          </a:p>
          <a:p>
            <a:r>
              <a:rPr lang="en-US" sz="1600" dirty="0"/>
              <a:t>Used PivotTables and Pivot Charts for interactive reporting.</a:t>
            </a:r>
          </a:p>
          <a:p>
            <a:r>
              <a:rPr lang="en-US" sz="1600" dirty="0"/>
              <a:t>Implemented multiple chart types like Bar Graphs, Column Charts, and Pie Charts.</a:t>
            </a:r>
          </a:p>
          <a:p>
            <a:r>
              <a:rPr lang="en-US" sz="1600" dirty="0"/>
              <a:t>Added Slicers for intuitive filtering by status, category, and time period.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5142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C946D-D487-6376-8596-C1AC3EE6D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22"/>
            <a:ext cx="10515600" cy="96223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Snapshots of some charts used in Excel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5422AD-E22B-4EBF-ABCE-92C518CB85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3903075"/>
              </p:ext>
            </p:extLst>
          </p:nvPr>
        </p:nvGraphicFramePr>
        <p:xfrm>
          <a:off x="376085" y="1481649"/>
          <a:ext cx="3743632" cy="2499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FF55FE2-D60E-4E15-A314-7F5ED4DB4D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6350298"/>
              </p:ext>
            </p:extLst>
          </p:nvPr>
        </p:nvGraphicFramePr>
        <p:xfrm>
          <a:off x="4498258" y="1481649"/>
          <a:ext cx="4011561" cy="2499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Graphic 6">
            <a:extLst>
              <a:ext uri="{FF2B5EF4-FFF2-40B4-BE49-F238E27FC236}">
                <a16:creationId xmlns:a16="http://schemas.microsoft.com/office/drawing/2014/main" id="{2BC00678-10E5-9F29-5FCE-58112A577C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70374" y="1481650"/>
            <a:ext cx="3146324" cy="2499851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45200B9-C8CF-4CAC-A495-FB01F4410D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4839446"/>
              </p:ext>
            </p:extLst>
          </p:nvPr>
        </p:nvGraphicFramePr>
        <p:xfrm>
          <a:off x="376084" y="4191563"/>
          <a:ext cx="11540613" cy="2499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066848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CB8A7-0ECA-7E23-2A15-B7EF96E81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7653"/>
            <a:ext cx="12192000" cy="934064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Dashboard By Using Excel: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F9B4318-80B0-59FB-217A-F3BB7E65F1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71717"/>
            <a:ext cx="12084050" cy="5648630"/>
          </a:xfrm>
        </p:spPr>
      </p:pic>
    </p:spTree>
    <p:extLst>
      <p:ext uri="{BB962C8B-B14F-4D97-AF65-F5344CB8AC3E}">
        <p14:creationId xmlns:p14="http://schemas.microsoft.com/office/powerpoint/2010/main" val="3785941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E625-5333-7897-A975-B24D1AC58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1" y="78659"/>
            <a:ext cx="12059161" cy="540774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3600" b="1" dirty="0"/>
              <a:t>Crowdfunding Data Analysis in Power BI</a:t>
            </a:r>
            <a:endParaRPr lang="en-IN" sz="36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9149A5-F504-395D-43C0-5603A7B732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0620" y="550607"/>
            <a:ext cx="11690760" cy="670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&amp; Transformation: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data preprocessing in Power Query including date conversion into natural time format for improved readability.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goal amounts into USD to ensure consistency and accuracy in financial analysis.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Modeling: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a Calendar table to enable time intelligence functions.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an efficient data model using Power BI’s data view, defining relationships between multiple tables for seamless analysis.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 Development: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dynamic KPIs such as: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Projects Overview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 Projects Count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Successful Projects by Category or Country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interactive dashboards using visuals like bar charts, column charts, and pie charts.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slicers and filters to enable user-driven exploration and drill-down capabilities.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815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780AA3-DB13-3466-4C5E-1B9E060409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87" t="12917" r="13671" b="13195"/>
          <a:stretch>
            <a:fillRect/>
          </a:stretch>
        </p:blipFill>
        <p:spPr>
          <a:xfrm>
            <a:off x="85725" y="876300"/>
            <a:ext cx="12011026" cy="589597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D531B48-8E79-A0C7-6054-BFE4E44392ED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12192000" cy="8062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/>
              <a:t>Dashboard by using Power BI: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9904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2FDCF-301D-69ED-A988-3F54D524A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4557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/>
              <a:t>Dashboard by using Power BI: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5AAAF4-6018-002E-23E8-286F11FED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315" y="924232"/>
            <a:ext cx="11847871" cy="581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270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FA834-D1CB-E432-8652-69253A731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" y="1"/>
            <a:ext cx="12034684" cy="983225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/>
              <a:t>Dashboard By Using Tableau: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5B1812-C96D-7603-82A8-0E88CEA118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658" y="983225"/>
            <a:ext cx="12074013" cy="563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693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8091C-4E9C-24BE-DD99-CA4ED2C05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9" y="98324"/>
            <a:ext cx="12015018" cy="70792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200" b="1" dirty="0"/>
              <a:t>Extracting various KPI’s  from raw data by using MySQL: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09BC6B-9EE9-1ABD-FE77-5013897F01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754" y="1081548"/>
            <a:ext cx="5653549" cy="52897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0666BD-7908-DC28-1141-6FB9A1028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788" y="1317520"/>
            <a:ext cx="5574890" cy="481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649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18DB50-C507-98EF-EF62-B7C0542DD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98322"/>
            <a:ext cx="10186219" cy="648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93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86A56-A153-EA94-6B01-A1AFCFFB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" y="127820"/>
            <a:ext cx="12034684" cy="717754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Total number of projects based on various factors: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3AB277-D374-B994-F88F-6ED0E50993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781" y="1009211"/>
            <a:ext cx="11189109" cy="557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675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68929B-5993-1232-CCA1-39D4FD4F6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6" y="0"/>
            <a:ext cx="12054348" cy="855406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2800" b="1" dirty="0"/>
              <a:t>Amount, No. of backers, no. of days by successful projects: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95EA0CE-1226-935D-13B2-3A7C6B906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311" y="1058373"/>
            <a:ext cx="11631560" cy="5456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31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AA024-FF7F-77DF-5D7B-487F96C2C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39" y="148816"/>
            <a:ext cx="11985522" cy="667262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/>
              <a:t>Percentage of successful projects: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666885-2BEA-EC35-E6C2-E90C20C3F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955" y="1042988"/>
            <a:ext cx="11297263" cy="566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573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82C8-E920-9B7E-BE25-844FF6519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7987"/>
            <a:ext cx="12192000" cy="776748"/>
          </a:xfrm>
        </p:spPr>
        <p:txBody>
          <a:bodyPr>
            <a:normAutofit/>
          </a:bodyPr>
          <a:lstStyle/>
          <a:p>
            <a:pPr marL="857250" indent="-857250" algn="l">
              <a:buFont typeface="Wingdings" panose="05000000000000000000" pitchFamily="2" charset="2"/>
              <a:buChar char="v"/>
            </a:pPr>
            <a:r>
              <a:rPr lang="en-IN" sz="4400" b="1" dirty="0"/>
              <a:t>References or Sources: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83AC59-0CB0-1106-6F7A-6C5BA155A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81" y="1002890"/>
            <a:ext cx="11808542" cy="5633884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IN" dirty="0">
                <a:hlinkClick r:id="rId2"/>
              </a:rPr>
              <a:t>https://en.wikipedia.org/wiki/Crowdfunding</a:t>
            </a:r>
            <a:endParaRPr lang="en-IN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IN" dirty="0">
                <a:hlinkClick r:id="rId3"/>
              </a:rPr>
              <a:t>https://www.investopedia.com/terms/c/crowdfunding.asp</a:t>
            </a:r>
            <a:endParaRPr lang="en-IN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IN" dirty="0">
                <a:hlinkClick r:id="rId4"/>
              </a:rPr>
              <a:t>https://mode.com/sql-tutorial/</a:t>
            </a:r>
            <a:endParaRPr lang="en-IN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IN" dirty="0">
                <a:hlinkClick r:id="rId5"/>
              </a:rPr>
              <a:t>https://learn.microsoft.com/en-us/training/powerplatform/power-bi/</a:t>
            </a:r>
            <a:endParaRPr lang="en-IN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IN" dirty="0">
                <a:hlinkClick r:id="rId6"/>
              </a:rPr>
              <a:t>https://community.powerbi.com/t5/Data-Stories-Gallery/bd-p/DataStoriesGallery</a:t>
            </a:r>
            <a:endParaRPr lang="en-IN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IN" dirty="0">
                <a:hlinkClick r:id="rId7"/>
              </a:rPr>
              <a:t>https://github.com/search?q=crowdfunding+dashboard</a:t>
            </a:r>
            <a:endParaRPr lang="en-IN" dirty="0"/>
          </a:p>
          <a:p>
            <a:pPr algn="l"/>
            <a:endParaRPr lang="en-IN" dirty="0"/>
          </a:p>
          <a:p>
            <a:pPr marL="342900" indent="-342900" algn="l">
              <a:buFont typeface="Wingdings" panose="05000000000000000000" pitchFamily="2" charset="2"/>
              <a:buChar char="ü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3281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75797-F35C-0058-26B6-0291CBBF8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88342"/>
            <a:ext cx="12192000" cy="16813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9600" b="1" dirty="0">
                <a:solidFill>
                  <a:srgbClr val="FF0000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931749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549</Words>
  <Application>Microsoft Office PowerPoint</Application>
  <PresentationFormat>Widescreen</PresentationFormat>
  <Paragraphs>85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What is Crowdfunding ?</vt:lpstr>
      <vt:lpstr>Tools And Technologies: </vt:lpstr>
      <vt:lpstr>Crowdfunding Data Analysis in Excel:</vt:lpstr>
      <vt:lpstr>Snapshots of some charts used in Excel</vt:lpstr>
      <vt:lpstr>Dashboard By Using Excel:</vt:lpstr>
      <vt:lpstr>Crowdfunding Data Analysis in Power BI</vt:lpstr>
      <vt:lpstr>PowerPoint Presentation</vt:lpstr>
      <vt:lpstr>Dashboard by using Power BI:</vt:lpstr>
      <vt:lpstr>Dashboard By Using Tableau:</vt:lpstr>
      <vt:lpstr>Extracting various KPI’s  from raw data by using MySQL:</vt:lpstr>
      <vt:lpstr>PowerPoint Presentation</vt:lpstr>
      <vt:lpstr>Total number of projects based on various factors:</vt:lpstr>
      <vt:lpstr>Amount, No. of backers, no. of days by successful projects:</vt:lpstr>
      <vt:lpstr>Percentage of successful projects:</vt:lpstr>
      <vt:lpstr>References or Sources: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Meghana kadam</dc:creator>
  <cp:lastModifiedBy>vignesh reddy</cp:lastModifiedBy>
  <cp:revision>1</cp:revision>
  <dcterms:created xsi:type="dcterms:W3CDTF">2025-08-04T06:57:47Z</dcterms:created>
  <dcterms:modified xsi:type="dcterms:W3CDTF">2026-03-30T06:44:16Z</dcterms:modified>
</cp:coreProperties>
</file>